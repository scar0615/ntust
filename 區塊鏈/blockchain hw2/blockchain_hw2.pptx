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UgmCUuxit7PLlxnxSGRlxdTwx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00"/>
    <p:restoredTop sz="94648"/>
  </p:normalViewPr>
  <p:slideViewPr>
    <p:cSldViewPr snapToGrid="0">
      <p:cViewPr varScale="1">
        <p:scale>
          <a:sx n="162" d="100"/>
          <a:sy n="162" d="100"/>
        </p:scale>
        <p:origin x="65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ce7b2095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g2ce7b2095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ce7b20957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2ce7b20957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ce7b20957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ce7b20957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5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5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9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0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1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2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32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3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3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3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34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epolia.etherscan.io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aucets.chain.link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mix.ethereum.or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zh-TW"/>
              <a:t>區塊鏈的介紹及應用</a:t>
            </a:r>
            <a:endParaRPr/>
          </a:p>
        </p:txBody>
      </p:sp>
      <p:sp>
        <p:nvSpPr>
          <p:cNvPr id="68" name="Google Shape;68;p1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term project 2 : Smart Contract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Our goal to this term project</a:t>
            </a: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認識 Metamesk 錢包、Sepolia測試鏈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學習Solidity 基本語法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學習撰寫、佈署、操作智能合約</a:t>
            </a:r>
            <a:endParaRPr/>
          </a:p>
        </p:txBody>
      </p:sp>
      <p:sp>
        <p:nvSpPr>
          <p:cNvPr id="75" name="Google Shape;75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Environment</a:t>
            </a:r>
            <a:endParaRPr/>
          </a:p>
        </p:txBody>
      </p:sp>
      <p:sp>
        <p:nvSpPr>
          <p:cNvPr id="81" name="Google Shape;81;p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Remix IDE (online version)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Solidity 0.8.19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Compiler 0.8.19+commit.7dd6d404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MetaMask (狐狸錢包) (1/3)</a:t>
            </a:r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1. 用於與以太坊區塊鏈進行互動的軟體加密貨幣錢包。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/>
              <a:t>2. 使用Google提供的擴充應用程式，直接於瀏覽器上使用程式。 </a:t>
            </a:r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MetaMask (狐狸錢包) (2/3)</a:t>
            </a:r>
            <a:endParaRPr/>
          </a:p>
        </p:txBody>
      </p:sp>
      <p:pic>
        <p:nvPicPr>
          <p:cNvPr id="95" name="Google Shape;9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0062" y="1736750"/>
            <a:ext cx="7505775" cy="3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MetaMask (狐狸錢包) (2/3)</a:t>
            </a:r>
            <a:endParaRPr/>
          </a:p>
        </p:txBody>
      </p:sp>
      <p:sp>
        <p:nvSpPr>
          <p:cNvPr id="102" name="Google Shape;102;p6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sp>
        <p:nvSpPr>
          <p:cNvPr id="103" name="Google Shape;103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650" y="1671700"/>
            <a:ext cx="7592624" cy="34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MetaMask (狐狸錢包) (3/3)</a:t>
            </a:r>
            <a:endParaRPr/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7213" y="1685700"/>
            <a:ext cx="4351473" cy="3332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  <p:pic>
        <p:nvPicPr>
          <p:cNvPr id="118" name="Google Shape;1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963" y="1681725"/>
            <a:ext cx="7612075" cy="346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9420" y="1506425"/>
            <a:ext cx="2532230" cy="363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/>
          <p:nvPr/>
        </p:nvSpPr>
        <p:spPr>
          <a:xfrm rot="1649165">
            <a:off x="2268585" y="2871726"/>
            <a:ext cx="1360465" cy="24756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SepoliaETH</a:t>
            </a:r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zh-TW">
                <a:solidFill>
                  <a:schemeClr val="dk2"/>
                </a:solidFill>
              </a:rPr>
              <a:t>乙太坊基金會維護的官方測試鏈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zh-TW">
                <a:solidFill>
                  <a:schemeClr val="dk2"/>
                </a:solidFill>
              </a:rPr>
              <a:t>將撰寫好的智能合約佈署在測試鏈測試功能，避免直接發行到主鏈上後即產生實際花銷。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zh-TW">
                <a:solidFill>
                  <a:schemeClr val="dk2"/>
                </a:solidFill>
              </a:rPr>
              <a:t>Etherscan : </a:t>
            </a:r>
            <a:r>
              <a:rPr lang="zh-TW" u="sng">
                <a:solidFill>
                  <a:schemeClr val="hlink"/>
                </a:solidFill>
                <a:hlinkClick r:id="rId3"/>
              </a:rPr>
              <a:t>https://sepolia.etherscan.io/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" name="Google Shape;127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Faucet</a:t>
            </a:r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dirty="0"/>
              <a:t>如何取得測試幣?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 u="sng" dirty="0">
                <a:solidFill>
                  <a:schemeClr val="hlink"/>
                </a:solidFill>
                <a:hlinkClick r:id="rId3"/>
              </a:rPr>
              <a:t>https://faucets.chain.link/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 dirty="0"/>
              <a:t>https://sepolia-faucet.pk910.de/#/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dirty="0"/>
              <a:t>用途：官方或第三方提供給一般</a:t>
            </a:r>
            <a:endParaRPr dirty="0"/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 dirty="0"/>
              <a:t>使用者免費(或有償)領取測試幣的管道。</a:t>
            </a:r>
            <a:endParaRPr dirty="0"/>
          </a:p>
        </p:txBody>
      </p:sp>
      <p:pic>
        <p:nvPicPr>
          <p:cNvPr id="134" name="Google Shape;13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33750" y="1993475"/>
            <a:ext cx="2495625" cy="23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Remix IDE</a:t>
            </a:r>
            <a:endParaRPr/>
          </a:p>
        </p:txBody>
      </p:sp>
      <p:sp>
        <p:nvSpPr>
          <p:cNvPr id="141" name="Google Shape;141;p1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u="sng" dirty="0">
                <a:solidFill>
                  <a:schemeClr val="hlink"/>
                </a:solidFill>
                <a:hlinkClick r:id="rId3"/>
              </a:rPr>
              <a:t>https://remix.ethereum.org/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dirty="0"/>
              <a:t>提供了一個線上的開發環境，支援Solidity語言，這是以太坊區塊鏈上智能合約的主要語言。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dirty="0"/>
              <a:t>可以連結metamask等應用程式，與特定公共鏈上的電子錢包互動。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dirty="0"/>
              <a:t>內建完整的編譯與測試工具，能夠快速測試智能合約的運作與功能。</a:t>
            </a:r>
            <a:endParaRPr dirty="0"/>
          </a:p>
        </p:txBody>
      </p:sp>
      <p:sp>
        <p:nvSpPr>
          <p:cNvPr id="142" name="Google Shape;142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sp>
        <p:nvSpPr>
          <p:cNvPr id="149" name="Google Shape;149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  <p:pic>
        <p:nvPicPr>
          <p:cNvPr id="150" name="Google Shape;15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950" y="265776"/>
            <a:ext cx="8672100" cy="4611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156" name="Google Shape;156;p1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  <p:pic>
        <p:nvPicPr>
          <p:cNvPr id="158" name="Google Shape;15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775" y="646475"/>
            <a:ext cx="8600352" cy="3982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164" name="Google Shape;164;p1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  <p:pic>
        <p:nvPicPr>
          <p:cNvPr id="165" name="Google Shape;16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025" y="582700"/>
            <a:ext cx="8581949" cy="39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Solidity tutorial (1/4)</a:t>
            </a:r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body" idx="1"/>
          </p:nvPr>
        </p:nvSpPr>
        <p:spPr>
          <a:xfrm>
            <a:off x="5217000" y="1832625"/>
            <a:ext cx="3477000" cy="28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Make sure that remix has already connected to Metmask while writing your homework.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Deploy the smart contract.</a:t>
            </a:r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900" y="1832613"/>
            <a:ext cx="459105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Solidity tutorial (2/4)</a:t>
            </a:r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1"/>
          </p:nvPr>
        </p:nvSpPr>
        <p:spPr>
          <a:xfrm>
            <a:off x="4515450" y="2085150"/>
            <a:ext cx="3793500" cy="28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Open the deployed Contracts.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Try to press get button.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Try to press set button with any positive value as the input of the funcion.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Try to press get button again.</a:t>
            </a:r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16</a:t>
            </a:fld>
            <a:endParaRPr/>
          </a:p>
        </p:txBody>
      </p:sp>
      <p:pic>
        <p:nvPicPr>
          <p:cNvPr id="181" name="Google Shape;18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8825" y="2085150"/>
            <a:ext cx="2657475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Solidity tutorial (3/4)</a:t>
            </a:r>
            <a:endParaRPr/>
          </a:p>
        </p:txBody>
      </p:sp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5211575" y="1892645"/>
            <a:ext cx="3779100" cy="1688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require(condition, message)：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/>
              <a:t>While the condition was “false”, the execution of the function would terminate, and print the message.</a:t>
            </a:r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  <p:pic>
        <p:nvPicPr>
          <p:cNvPr id="189" name="Google Shape;18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950" y="1892638"/>
            <a:ext cx="4912200" cy="300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Solidity tutorial (4/4)</a:t>
            </a:r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  <p:pic>
        <p:nvPicPr>
          <p:cNvPr id="196" name="Google Shape;19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100" y="1756963"/>
            <a:ext cx="2553537" cy="333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/>
          <p:cNvPicPr preferRelativeResize="0"/>
          <p:nvPr/>
        </p:nvPicPr>
        <p:blipFill rotWithShape="1">
          <a:blip r:embed="rId4">
            <a:alphaModFix/>
          </a:blip>
          <a:srcRect r="50401"/>
          <a:stretch/>
        </p:blipFill>
        <p:spPr>
          <a:xfrm>
            <a:off x="4256350" y="2746825"/>
            <a:ext cx="3817224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hw2_Q1</a:t>
            </a:r>
            <a:endParaRPr/>
          </a:p>
        </p:txBody>
      </p:sp>
      <p:sp>
        <p:nvSpPr>
          <p:cNvPr id="203" name="Google Shape;203;p19"/>
          <p:cNvSpPr txBox="1">
            <a:spLocks noGrp="1"/>
          </p:cNvSpPr>
          <p:nvPr>
            <p:ph type="body" idx="1"/>
          </p:nvPr>
        </p:nvSpPr>
        <p:spPr>
          <a:xfrm>
            <a:off x="46095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Create your own token and transfer 100 tokens to TA (0xF327C323A6E6eAf85063f4E60a366Cd21EFB89A5).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We use ERC-20 protocol to issue our own tokens.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See the sample code in sample.sol 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>
                <a:solidFill>
                  <a:srgbClr val="FF0000"/>
                </a:solidFill>
              </a:rPr>
              <a:t>2 Screenshots </a:t>
            </a:r>
            <a:r>
              <a:rPr lang="zh-TW"/>
              <a:t>are necessary before and after you successfully transfer 100 tokens to TA.</a:t>
            </a:r>
            <a:endParaRPr/>
          </a:p>
        </p:txBody>
      </p:sp>
      <p:sp>
        <p:nvSpPr>
          <p:cNvPr id="204" name="Google Shape;204;p1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ERC-20</a:t>
            </a:r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1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1. 乙太坊上目前最多人使用的標準。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2. 可在乙太坊區塊鏈上，透過此標準</a:t>
            </a:r>
            <a:r>
              <a:rPr lang="zh-TW">
                <a:solidFill>
                  <a:srgbClr val="FF0000"/>
                </a:solidFill>
              </a:rPr>
              <a:t>發行自己的虛擬貨幣</a:t>
            </a:r>
            <a:r>
              <a:rPr lang="zh-TW"/>
              <a:t>，除了提高代幣的互換性外，更是Dapp中必不可少的組件。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/>
              <a:t>3. ERC-20包含六個功能函式、兩個事件，以及三個紀錄自定義Token相關資訊的函式。</a:t>
            </a:r>
            <a:endParaRPr/>
          </a:p>
        </p:txBody>
      </p:sp>
      <p:sp>
        <p:nvSpPr>
          <p:cNvPr id="211" name="Google Shape;211;p2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ERC-20</a:t>
            </a:r>
            <a:endParaRPr/>
          </a:p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0500" y="1919075"/>
            <a:ext cx="6707301" cy="210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ERC-20</a:t>
            </a:r>
            <a:endParaRPr/>
          </a:p>
        </p:txBody>
      </p:sp>
      <p:sp>
        <p:nvSpPr>
          <p:cNvPr id="224" name="Google Shape;224;p2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22</a:t>
            </a:fld>
            <a:endParaRPr/>
          </a:p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625" y="2041600"/>
            <a:ext cx="458152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40750" y="2041589"/>
            <a:ext cx="4017275" cy="215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ERC-20</a:t>
            </a:r>
            <a:endParaRPr/>
          </a:p>
        </p:txBody>
      </p:sp>
      <p:sp>
        <p:nvSpPr>
          <p:cNvPr id="232" name="Google Shape;232;p2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23</a:t>
            </a:fld>
            <a:endParaRPr/>
          </a:p>
        </p:txBody>
      </p:sp>
      <p:pic>
        <p:nvPicPr>
          <p:cNvPr id="233" name="Google Shape;23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0275" y="1688775"/>
            <a:ext cx="5663438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ce7b209578_0_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hw2_Q2 (1/2)</a:t>
            </a:r>
            <a:endParaRPr/>
          </a:p>
        </p:txBody>
      </p:sp>
      <p:sp>
        <p:nvSpPr>
          <p:cNvPr id="239" name="Google Shape;239;g2ce7b209578_0_0"/>
          <p:cNvSpPr txBox="1">
            <a:spLocks noGrp="1"/>
          </p:cNvSpPr>
          <p:nvPr>
            <p:ph type="body" idx="1"/>
          </p:nvPr>
        </p:nvSpPr>
        <p:spPr>
          <a:xfrm>
            <a:off x="46095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 sz="1400"/>
              <a:t>Write a function similar to the faucet, and you can add some variables for it.</a:t>
            </a:r>
            <a:endParaRPr sz="1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The person (address) who established the contract acts as a faucet and is responsible for distributing tokens to other requesters, but </a:t>
            </a:r>
            <a:r>
              <a:rPr lang="zh-TW">
                <a:solidFill>
                  <a:srgbClr val="FF0000"/>
                </a:solidFill>
              </a:rPr>
              <a:t>can no longer take tokens from himself/herself.</a:t>
            </a:r>
            <a:endParaRPr>
              <a:solidFill>
                <a:srgbClr val="FF0000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Others (other addresses) can call the function to </a:t>
            </a:r>
            <a:r>
              <a:rPr lang="zh-TW">
                <a:solidFill>
                  <a:srgbClr val="FF0000"/>
                </a:solidFill>
              </a:rPr>
              <a:t>claim 500 tokens</a:t>
            </a:r>
            <a:r>
              <a:rPr lang="zh-TW"/>
              <a:t> at a time, and the same address can only claim </a:t>
            </a:r>
            <a:r>
              <a:rPr lang="zh-TW">
                <a:solidFill>
                  <a:srgbClr val="FF0000"/>
                </a:solidFill>
              </a:rPr>
              <a:t>once within 30 seconds</a:t>
            </a:r>
            <a:r>
              <a:rPr lang="zh-TW"/>
              <a:t>.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Hint: You should create a function named “faucet”. Then, use the concepts of “require” and “block.timestamp” to implement it.</a:t>
            </a:r>
            <a:endParaRPr/>
          </a:p>
        </p:txBody>
      </p:sp>
      <p:sp>
        <p:nvSpPr>
          <p:cNvPr id="240" name="Google Shape;240;g2ce7b209578_0_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ce7b209578_0_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hw2_Q2 (2/2)</a:t>
            </a:r>
            <a:endParaRPr/>
          </a:p>
        </p:txBody>
      </p:sp>
      <p:sp>
        <p:nvSpPr>
          <p:cNvPr id="246" name="Google Shape;246;g2ce7b209578_0_7" descr="2&#10;"/>
          <p:cNvSpPr txBox="1">
            <a:spLocks noGrp="1"/>
          </p:cNvSpPr>
          <p:nvPr>
            <p:ph type="body" idx="1"/>
          </p:nvPr>
        </p:nvSpPr>
        <p:spPr>
          <a:xfrm>
            <a:off x="46095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 startAt="2"/>
            </a:pPr>
            <a:r>
              <a:rPr lang="zh-TW" sz="1400"/>
              <a:t>A screenshot is needed after the user using “faucet”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/>
              <a:t>	function, and call “balanceOf” function.</a:t>
            </a:r>
            <a:endParaRPr sz="1400"/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2ce7b209578_0_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25</a:t>
            </a:fld>
            <a:endParaRPr/>
          </a:p>
        </p:txBody>
      </p:sp>
      <p:pic>
        <p:nvPicPr>
          <p:cNvPr id="248" name="Google Shape;248;g2ce7b209578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8775" y="247650"/>
            <a:ext cx="272415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ce7b209578_1_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hw2_Q3</a:t>
            </a:r>
            <a:endParaRPr/>
          </a:p>
        </p:txBody>
      </p:sp>
      <p:sp>
        <p:nvSpPr>
          <p:cNvPr id="254" name="Google Shape;254;g2ce7b209578_1_0"/>
          <p:cNvSpPr txBox="1">
            <a:spLocks noGrp="1"/>
          </p:cNvSpPr>
          <p:nvPr>
            <p:ph type="body" idx="1"/>
          </p:nvPr>
        </p:nvSpPr>
        <p:spPr>
          <a:xfrm>
            <a:off x="46095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zh-TW"/>
              <a:t>Write a lottery game.</a:t>
            </a:r>
            <a:endParaRPr/>
          </a:p>
          <a:p>
            <a:pPr marL="914400" lvl="1" indent="-31083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zh-TW"/>
              <a:t>The person (address) who established the contract acts as a seller and is responsible for selling lottery ticket to other customers, but can no longer buy lottery ticket by himself/herself.</a:t>
            </a:r>
            <a:endParaRPr/>
          </a:p>
          <a:p>
            <a:pPr marL="914400" lvl="1" indent="-31083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zh-TW"/>
              <a:t>Customers (other addresses) can give 100 tokens to the seller to buy a lottery ticket at a time, and he/she can buy multiple times.</a:t>
            </a:r>
            <a:endParaRPr/>
          </a:p>
          <a:p>
            <a:pPr marL="914400" lvl="1" indent="-31083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zh-TW"/>
              <a:t>Seller draw the winner and give him/her 90% of total lottery tokens.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2ce7b209578_1_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</Words>
  <Application>Microsoft Macintosh PowerPoint</Application>
  <PresentationFormat>如螢幕大小 (16:9)</PresentationFormat>
  <Paragraphs>93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29" baseType="lpstr">
      <vt:lpstr>Roboto</vt:lpstr>
      <vt:lpstr>Arial</vt:lpstr>
      <vt:lpstr>Material</vt:lpstr>
      <vt:lpstr>區塊鏈的介紹及應用</vt:lpstr>
      <vt:lpstr>Our goal to this term project</vt:lpstr>
      <vt:lpstr>Environment</vt:lpstr>
      <vt:lpstr>MetaMask (狐狸錢包) (1/3)</vt:lpstr>
      <vt:lpstr>MetaMask (狐狸錢包) (2/3)</vt:lpstr>
      <vt:lpstr>MetaMask (狐狸錢包) (2/3)</vt:lpstr>
      <vt:lpstr>MetaMask (狐狸錢包) (3/3)</vt:lpstr>
      <vt:lpstr>PowerPoint 簡報</vt:lpstr>
      <vt:lpstr>SepoliaETH</vt:lpstr>
      <vt:lpstr>Faucet</vt:lpstr>
      <vt:lpstr>Remix IDE</vt:lpstr>
      <vt:lpstr>PowerPoint 簡報</vt:lpstr>
      <vt:lpstr>PowerPoint 簡報</vt:lpstr>
      <vt:lpstr>PowerPoint 簡報</vt:lpstr>
      <vt:lpstr>Solidity tutorial (1/4)</vt:lpstr>
      <vt:lpstr>Solidity tutorial (2/4)</vt:lpstr>
      <vt:lpstr>Solidity tutorial (3/4)</vt:lpstr>
      <vt:lpstr>Solidity tutorial (4/4)</vt:lpstr>
      <vt:lpstr>hw2_Q1</vt:lpstr>
      <vt:lpstr>ERC-20</vt:lpstr>
      <vt:lpstr>ERC-20</vt:lpstr>
      <vt:lpstr>ERC-20</vt:lpstr>
      <vt:lpstr>ERC-20</vt:lpstr>
      <vt:lpstr>hw2_Q2 (1/2)</vt:lpstr>
      <vt:lpstr>hw2_Q2 (2/2)</vt:lpstr>
      <vt:lpstr>hw2_Q3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區塊鏈的介紹及應用</dc:title>
  <cp:lastModifiedBy>Microsoft Office User</cp:lastModifiedBy>
  <cp:revision>1</cp:revision>
  <dcterms:modified xsi:type="dcterms:W3CDTF">2024-05-10T00:35:06Z</dcterms:modified>
</cp:coreProperties>
</file>